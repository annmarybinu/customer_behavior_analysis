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3.svg" ContentType="image/svg+xml"/>
  <Override PartName="/ppt/media/image-10-6.svg" ContentType="image/svg+xml"/>
  <Override PartName="/ppt/media/image-10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transactions · 18 features · Python · SQL · Power BI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at a Glance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56766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3,900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661475" y="1351260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125315" y="956766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18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125315" y="1351260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1475" y="1640582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37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661475" y="2035076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Missing Ratings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5315" y="1640582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$59.76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6125315" y="2035076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Avg Purchase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88877"/>
            <a:ext cx="5319083" cy="53192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17487" y="467985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Feature Groups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487" y="4874716"/>
            <a:ext cx="5319083" cy="373162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Demographics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Age, Gender, Location, Subscription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Purchase Details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Item, Category, Amount, Season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Behavior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Discount, Frequency, Rating, Shipping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0005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Preparation in Python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61475" y="1288058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1560116"/>
            <a:ext cx="6296860" cy="1905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61475" y="1683841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Load &amp; Explore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2044502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 · df.info() · describe()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2589312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2861370"/>
            <a:ext cx="6296860" cy="1905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1475" y="2985095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Clean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61475" y="3345755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Review Rating (median by category)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1475" y="3890566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162623"/>
            <a:ext cx="6296860" cy="1905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61475" y="4286349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Standardize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61475" y="4647009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Snake case · Dropped redundant promo_code_used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1475" y="519182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463877"/>
            <a:ext cx="6296860" cy="1905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61475" y="5587603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Engineer &amp; Load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61475" y="5948263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age_group · purchase_frequency_days → 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Insight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female customers — driven by higher purchase volume, not spend per transaction.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573661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BE2E0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866753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790950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spend per transaction is nearly identical across genders.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2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Product Ratings &amp; Discount Dependency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5 by Review Rating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5299"/>
            <a:ext cx="5203794" cy="37458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Most Discount-Dependent Products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76" y="2235299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73% non-subscribers · 27% subscribers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spend nearly identical (~$59.50)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 drive 73% of total revenue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958 repeat buyers are subscribers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Segmentation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Segment Breakdown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Loyal (80%)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3,116 customers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Returning (18%)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701 customers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New (2%)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83 customers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66325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loyalty base — opportunity to convert Returning → Loyal.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4952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Products by Category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61475" y="1421110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853855" y="161349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Accessories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3855" y="201404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Jewelry · Sunglasses · Belt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268485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53855" y="287724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Clothing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3855" y="327779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Blouse · Pants · Shirt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394860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53855" y="4140994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Footwear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53855" y="4541540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Sandals · Shoes · Sneakers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5212358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53855" y="5404743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Outerwear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53855" y="5805289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Jacket · Coat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Age Group Insights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Young Adults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 in revenue ($62K) and sales volume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gap across age groups is relatively narrow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 avg: $60.48 vs Standard $58.46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high-spending discount users identified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0270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76822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0177" y="1876822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370177" y="2285504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965946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0177" y="2965946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370177" y="3374628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→ Loyal segment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55070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0177" y="4055070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370177" y="4463752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144195"/>
            <a:ext cx="472468" cy="472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70177" y="5144195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1370177" y="5552877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&amp; express-shipping users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2026-08-25T01:35:17Z</dcterms:created>
  <dcterms:modified xsi:type="dcterms:W3CDTF">2026-08-25T01:35:17Z</dcterms:modified>
</cp:coreProperties>
</file>